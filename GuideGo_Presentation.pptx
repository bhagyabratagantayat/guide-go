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GuideGo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Smart Tourism Ecosystem</a:t>
            </a:r>
          </a:p>
          <a:p>
            <a:r>
              <a:t>Bridging travelers and local experts.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GuideGo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High-performance, production-level travel platform.</a:t>
            </a:r>
          </a:p>
          <a:p>
            <a:pPr/>
            <a:r>
              <a:t>Role-based operational framework.</a:t>
            </a:r>
          </a:p>
          <a:p>
            <a:pPr/>
            <a:r>
              <a:t>Real-time geolocation and AI-driven planning.</a:t>
            </a:r>
          </a:p>
          <a:p>
            <a:pPr/>
            <a:r>
              <a:t>Seamless logistics for travelers and local experts.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Users (Travelers)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Discovery Map (Leaflet-based).</a:t>
            </a:r>
          </a:p>
          <a:p>
            <a:pPr/>
            <a:r>
              <a:t>GuideGo Voice: AI-powered multi-language audio guides.</a:t>
            </a:r>
          </a:p>
          <a:p>
            <a:pPr/>
            <a:r>
              <a:t>AI Trip Planner: Itinerary generation (Google Gemini).</a:t>
            </a:r>
          </a:p>
          <a:p>
            <a:pPr/>
            <a:r>
              <a:t>WhatsApp-Style 'Stories' for destination highlights.</a:t>
            </a:r>
          </a:p>
          <a:p>
            <a:pPr/>
            <a:r>
              <a:t>Smart Search &amp; Filters for personalized discovery.</a:t>
            </a:r>
          </a:p>
          <a:p>
            <a:pPr/>
            <a:r>
              <a:t>Digital Booking Receipts (Glassmorphic design).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Local Guides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Operations Dashboard for managing bookings.</a:t>
            </a:r>
          </a:p>
          <a:p>
            <a:pPr/>
            <a:r>
              <a:t>'Go Live' Protocol: Broadcast GPS to nearby travelers.</a:t>
            </a:r>
          </a:p>
          <a:p>
            <a:pPr/>
            <a:r>
              <a:t>Package Management: Create 'Signature Tours'.</a:t>
            </a:r>
          </a:p>
          <a:p>
            <a:pPr/>
            <a:r>
              <a:t>Live Status Indicator (Pulsating Green signal).</a:t>
            </a:r>
          </a:p>
          <a:p>
            <a:pPr/>
            <a:r>
              <a:t>Professional Profile Verification flow.</a:t>
            </a:r>
          </a:p>
          <a:p>
            <a:pPr/>
            <a:r>
              <a:t>Direct Communication tools for traveler coordination.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Administrators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 Hub: Real-time analytics and revenue tracking.</a:t>
            </a:r>
          </a:p>
          <a:p>
            <a:pPr/>
            <a:r>
              <a:t>User &amp; Guide Orchestration: Full database visibility.</a:t>
            </a:r>
          </a:p>
          <a:p>
            <a:pPr/>
            <a:r>
              <a:t>Verification Engine: Approve/Reject guide applications.</a:t>
            </a:r>
          </a:p>
          <a:p>
            <a:pPr/>
            <a:r>
              <a:t>Analytics Visualization: Stat-card grids for growth.</a:t>
            </a:r>
          </a:p>
          <a:p>
            <a:pPr/>
            <a:r>
              <a:t>Content Management: Control over destination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Instant Evaluation: Demo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Navigate to the Login Page.</a:t>
            </a:r>
          </a:p>
          <a:p>
            <a:pPr/>
            <a:r>
              <a:t>One-click Demo Login buttons at the bottom.</a:t>
            </a:r>
          </a:p>
          <a:p>
            <a:pPr/>
            <a:r>
              <a:t>Instant access to User, Guide, or Admin dashboards.</a:t>
            </a:r>
          </a:p>
          <a:p>
            <a:pPr/>
            <a:r>
              <a:t>Evaluate functionality without registration.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(Vite), Tailwind CSS, Framer Motion, Leaflet.js.</a:t>
            </a:r>
          </a:p>
          <a:p>
            <a:pPr/>
            <a:r>
              <a:t>Backend: Node.js, Express, MongoDB, Socket.IO (Real-time).</a:t>
            </a:r>
          </a:p>
          <a:p>
            <a:pPr/>
            <a:r>
              <a:t>AI/Cloud: Google Gemini AI, Brevo (Email), Cloudinary (Media).</a:t>
            </a:r>
          </a:p>
          <a:p>
            <a:pPr/>
            <a:r>
              <a:t>Security: JWT &amp; Bcrypt orchestration.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frontend/ - React client with premium UI components.</a:t>
            </a:r>
          </a:p>
          <a:p>
            <a:pPr/>
            <a:r>
              <a:t>backend/ - Express server with RBAC security.</a:t>
            </a:r>
          </a:p>
          <a:p>
            <a:pPr/>
            <a:r>
              <a:t>controllers/ - Role-based business logic.</a:t>
            </a:r>
          </a:p>
          <a:p>
            <a:pPr/>
            <a:r>
              <a:t>models/ - Mongoose schemas for Users, Bookings, etc.</a:t>
            </a:r>
          </a:p>
          <a:p>
            <a:pPr/>
            <a:r>
              <a:t>context/ - Global state for Auth &amp; Theme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GuideGo Team 2026</a:t>
            </a:r>
          </a:p>
          <a:p>
            <a:pPr/>
            <a:r>
              <a:t>Licensed under MIT License.</a:t>
            </a:r>
          </a:p>
          <a:p>
            <a:pPr/>
            <a:r>
              <a:t>Building the future of smart tourism.</a:t>
            </a:r>
          </a:p>
          <a:p>
            <a:pPr/>
            <a:r>
              <a:t>Check README.md for the full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